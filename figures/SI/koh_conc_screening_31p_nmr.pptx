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AB27"/>
    <a:srgbClr val="005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98" d="100"/>
          <a:sy n="98" d="100"/>
        </p:scale>
        <p:origin x="30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CD87B-43AA-4DC7-A27D-03520E6AF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7290D7-B0B9-452D-9983-147B5E896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1A1597-6753-4F2C-81A6-4875AE7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87092C-1B63-4247-AEE5-50689397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907A58-D234-4B9F-B894-8D3687D5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93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8A8827-2681-45FE-8FD7-009FFE50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9F72F8-5F47-4853-8387-1407A766B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A32C25-348E-464D-AED5-060441676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CA7DA0-6DA6-4BDF-A778-2EDDEB37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CA379A-0B30-478A-A401-778531B3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19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1697F-B7AB-4CCB-9FD6-EE96AA33B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AE5BC9-3C19-45FC-B5D9-55D9AADC3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ED7C22-D8F8-4921-9C08-06C8D0F6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2EB27C-1AEA-42D4-A86D-0E22DB9C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934185-DE67-4DCA-858D-E3DC8B95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70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82B509-9D28-4F32-830B-168A452E2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CEA550-85F9-4E4A-94E1-3B39B1173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9773707-D077-4B1D-901F-244C38C4E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CBB7C7-BC3E-4C6D-B33A-3D590CB3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2B716B-D05C-41A0-8488-9A7FE283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F1E641-B83B-4FE8-8312-1228963C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75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EA900-357F-4E2C-9A45-5AE3AE60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86517A-459C-4752-9E5B-87D95EC29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6872B0-E60B-4F01-B34E-28697CCF7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782D21-1A71-43DE-9CC1-30EB4A568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6649352-7473-4419-AB66-2409404AA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72011BA-9FD5-4D54-BAD1-BFF471E2C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06C79F2-DB9F-48CD-A817-0F1EE9125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0EB4A35-9D7A-49D7-AE68-026D7D2F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76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89FDC-57B3-4332-8B97-68B7EB96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763D6A-5344-4B54-B362-770DB9ECC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6B89BC-B463-4DBE-AB04-63D76B10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F091C0-C4F5-455F-929B-687C4F94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471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2782A1-E35D-44CD-8465-8F090527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64456C-E353-4B57-A65F-86B0C763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55F3D8-6BC6-41E0-9346-3AFD7608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12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99A7C-D8D6-4E07-9525-C90DDCC4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0C8BCA-6069-4112-8486-B9709AB35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4B700A-460E-46A8-8E96-CF444B9DD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D8E786-5FE3-4FC5-A2BB-79767DFC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74ABB1-F610-455C-A1A8-8B775D8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C03C88-03A5-4E20-91C6-D54AE2DF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2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7F7DC-D5B2-4778-9CEC-D2B6BF23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415A712-33AA-42AE-B784-9110BD3FB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C6A0BE-35D0-4BA1-8BFB-6200E12AD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0BFC37-6B8C-4C2A-9A69-0AC3D488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25E5FC-EEA0-43D8-A133-8DAAB7C0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467A82-B8C1-4A13-934B-BBA16475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E9C1B-72D0-41FD-AF34-CB8B9F09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649F18-0F10-4933-BFED-6A5FD066B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FCF323-841A-4E6E-BB23-9CF5FBB5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B5E5B5-C1F7-41FC-B9BC-16B44B78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5AF2C8-388A-45A1-8087-374CC8A1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32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A5280CF-018B-4BB6-A60C-7FF17C2C5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21613F-0AE0-49CE-9FF7-3801584EE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878C2A-7CAD-4E3E-B9AD-C4A4DCF3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6D78D9-C678-4678-9ADE-665F6189F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62ED1C-92D9-4BFB-BD94-33E4681F6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699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E9E6184-57AB-4035-AF7F-DF0FC12B4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792AD3-6CCB-42E0-8408-D10752F77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7EAC4A-2536-414A-B416-E1C4854F8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471DD9-CDC2-4FA3-B9A0-183B42199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92DCFA-BCED-4027-B382-3657E0779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FA904C1B-1EA5-46DB-8BC7-3D58826CB8AB}"/>
              </a:ext>
            </a:extLst>
          </p:cNvPr>
          <p:cNvGrpSpPr/>
          <p:nvPr/>
        </p:nvGrpSpPr>
        <p:grpSpPr>
          <a:xfrm>
            <a:off x="2359465" y="1762683"/>
            <a:ext cx="5459478" cy="2933401"/>
            <a:chOff x="2359465" y="1762683"/>
            <a:chExt cx="5459478" cy="2933401"/>
          </a:xfrm>
        </p:grpSpPr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D6E7152E-2751-4BAC-93BC-861CCA0420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219"/>
            <a:stretch/>
          </p:blipFill>
          <p:spPr>
            <a:xfrm>
              <a:off x="2359465" y="1780003"/>
              <a:ext cx="5459478" cy="2916081"/>
            </a:xfrm>
            <a:prstGeom prst="rect">
              <a:avLst/>
            </a:prstGeom>
          </p:spPr>
        </p:pic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9BD87049-BF58-40CD-B9EB-1A0E319C08EE}"/>
                </a:ext>
              </a:extLst>
            </p:cNvPr>
            <p:cNvGrpSpPr/>
            <p:nvPr/>
          </p:nvGrpSpPr>
          <p:grpSpPr>
            <a:xfrm>
              <a:off x="2533511" y="1762683"/>
              <a:ext cx="3233945" cy="2731495"/>
              <a:chOff x="2533511" y="1762683"/>
              <a:chExt cx="3233945" cy="2731495"/>
            </a:xfrm>
          </p:grpSpPr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80E478A-961C-47A0-9ED1-240BA1751437}"/>
                  </a:ext>
                </a:extLst>
              </p:cNvPr>
              <p:cNvSpPr txBox="1"/>
              <p:nvPr/>
            </p:nvSpPr>
            <p:spPr>
              <a:xfrm>
                <a:off x="2538889" y="4209429"/>
                <a:ext cx="6976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0.1 </a:t>
                </a:r>
                <a:r>
                  <a:rPr lang="de-DE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mM</a:t>
                </a:r>
                <a:endParaRPr lang="en-GB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84A0DCC-CA51-49D1-914B-EAE42D6F6D4D}"/>
                  </a:ext>
                </a:extLst>
              </p:cNvPr>
              <p:cNvSpPr txBox="1"/>
              <p:nvPr/>
            </p:nvSpPr>
            <p:spPr>
              <a:xfrm>
                <a:off x="2538889" y="3630633"/>
                <a:ext cx="5693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1 </a:t>
                </a:r>
                <a:r>
                  <a:rPr lang="de-DE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mM</a:t>
                </a:r>
                <a:endParaRPr lang="en-GB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43E0429-D9B9-4484-B184-E709CBB38EDE}"/>
                  </a:ext>
                </a:extLst>
              </p:cNvPr>
              <p:cNvSpPr txBox="1"/>
              <p:nvPr/>
            </p:nvSpPr>
            <p:spPr>
              <a:xfrm>
                <a:off x="2542210" y="3079392"/>
                <a:ext cx="5693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5 </a:t>
                </a:r>
                <a:r>
                  <a:rPr lang="de-DE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mM</a:t>
                </a:r>
                <a:endParaRPr lang="en-GB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0BEFF23-92FE-4897-B24C-D3E8014BE45F}"/>
                  </a:ext>
                </a:extLst>
              </p:cNvPr>
              <p:cNvSpPr txBox="1"/>
              <p:nvPr/>
            </p:nvSpPr>
            <p:spPr>
              <a:xfrm>
                <a:off x="2533511" y="2510071"/>
                <a:ext cx="6543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50 </a:t>
                </a:r>
                <a:r>
                  <a:rPr lang="de-DE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mM</a:t>
                </a:r>
                <a:endParaRPr lang="en-GB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7EF88FC-02B5-4797-9925-EFDF635993FA}"/>
                  </a:ext>
                </a:extLst>
              </p:cNvPr>
              <p:cNvSpPr txBox="1"/>
              <p:nvPr/>
            </p:nvSpPr>
            <p:spPr>
              <a:xfrm>
                <a:off x="2533511" y="1986386"/>
                <a:ext cx="82426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1000 </a:t>
                </a:r>
                <a:r>
                  <a:rPr lang="de-DE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mM</a:t>
                </a:r>
                <a:endParaRPr lang="en-GB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C4AEAF33-380A-4A8F-BC1B-A61C2BACA2EF}"/>
                  </a:ext>
                </a:extLst>
              </p:cNvPr>
              <p:cNvSpPr/>
              <p:nvPr/>
            </p:nvSpPr>
            <p:spPr>
              <a:xfrm>
                <a:off x="3356044" y="1770433"/>
                <a:ext cx="136187" cy="2723745"/>
              </a:xfrm>
              <a:prstGeom prst="rect">
                <a:avLst/>
              </a:prstGeom>
              <a:solidFill>
                <a:srgbClr val="00549F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E2F1F8C0-9850-47AF-90B7-4E80FDE53F6F}"/>
                  </a:ext>
                </a:extLst>
              </p:cNvPr>
              <p:cNvSpPr/>
              <p:nvPr/>
            </p:nvSpPr>
            <p:spPr>
              <a:xfrm>
                <a:off x="5631269" y="1762683"/>
                <a:ext cx="136187" cy="2723745"/>
              </a:xfrm>
              <a:prstGeom prst="rect">
                <a:avLst/>
              </a:prstGeom>
              <a:solidFill>
                <a:srgbClr val="57AB27">
                  <a:alpha val="2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43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Breitbild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Alexander Eith</dc:creator>
  <cp:lastModifiedBy>Alexander Eith</cp:lastModifiedBy>
  <cp:revision>4</cp:revision>
  <dcterms:created xsi:type="dcterms:W3CDTF">2025-10-21T13:25:05Z</dcterms:created>
  <dcterms:modified xsi:type="dcterms:W3CDTF">2025-10-21T14:24:51Z</dcterms:modified>
</cp:coreProperties>
</file>