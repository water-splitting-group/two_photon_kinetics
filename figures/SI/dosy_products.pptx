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7AB27"/>
    <a:srgbClr val="0054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ECD87B-43AA-4DC7-A27D-03520E6AF3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27290D7-B0B9-452D-9983-147B5E8963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61A1597-6753-4F2C-81A6-4875AE75A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8D236-8F39-426F-B670-E317A3A63BC8}" type="datetimeFigureOut">
              <a:rPr lang="en-GB" smtClean="0"/>
              <a:t>23/10/2025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E87092C-1B63-4247-AEE5-506893973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6907A58-D234-4B9F-B894-8D3687D5F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D2BF-4698-4B2B-8BA9-0897F122195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8933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8A8827-2681-45FE-8FD7-009FFE501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F9F72F8-5F47-4853-8387-1407A766BE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4A32C25-348E-464D-AED5-060441676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8D236-8F39-426F-B670-E317A3A63BC8}" type="datetimeFigureOut">
              <a:rPr lang="en-GB" smtClean="0"/>
              <a:t>23/10/2025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4CA7DA0-6DA6-4BDF-A778-2EDDEB372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2CA379A-0B30-478A-A401-778531B3E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D2BF-4698-4B2B-8BA9-0897F122195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2198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A1697F-B7AB-4CCB-9FD6-EE96AA33B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FAE5BC9-3C19-45FC-B5D9-55D9AADC3D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3ED7C22-D8F8-4921-9C08-06C8D0F61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8D236-8F39-426F-B670-E317A3A63BC8}" type="datetimeFigureOut">
              <a:rPr lang="en-GB" smtClean="0"/>
              <a:t>23/10/2025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F2EB27C-1AEA-42D4-A86D-0E22DB9C5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3934185-DE67-4DCA-858D-E3DC8B955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D2BF-4698-4B2B-8BA9-0897F122195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6702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82B509-9D28-4F32-830B-168A452E2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DCEA550-85F9-4E4A-94E1-3B39B1173E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9773707-D077-4B1D-901F-244C38C4EF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9CBB7C7-BC3E-4C6D-B33A-3D590CB35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8D236-8F39-426F-B670-E317A3A63BC8}" type="datetimeFigureOut">
              <a:rPr lang="en-GB" smtClean="0"/>
              <a:t>23/10/2025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D2B716B-D05C-41A0-8488-9A7FE2837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BF1E641-B83B-4FE8-8312-1228963C6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D2BF-4698-4B2B-8BA9-0897F122195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2753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7EA900-357F-4E2C-9A45-5AE3AE60E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986517A-459C-4752-9E5B-87D95EC292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36872B0-E60B-4F01-B34E-28697CCF7F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E782D21-1A71-43DE-9CC1-30EB4A5680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6649352-7473-4419-AB66-2409404AA1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72011BA-9FD5-4D54-BAD1-BFF471E2C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8D236-8F39-426F-B670-E317A3A63BC8}" type="datetimeFigureOut">
              <a:rPr lang="en-GB" smtClean="0"/>
              <a:t>23/10/2025</a:t>
            </a:fld>
            <a:endParaRPr lang="en-GB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06C79F2-DB9F-48CD-A817-0F1EE9125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0EB4A35-9D7A-49D7-AE68-026D7D2FE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D2BF-4698-4B2B-8BA9-0897F122195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8761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489FDC-57B3-4332-8B97-68B7EB965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9763D6A-5344-4B54-B362-770DB9ECC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8D236-8F39-426F-B670-E317A3A63BC8}" type="datetimeFigureOut">
              <a:rPr lang="en-GB" smtClean="0"/>
              <a:t>23/10/2025</a:t>
            </a:fld>
            <a:endParaRPr lang="en-GB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16B89BC-B463-4DBE-AB04-63D76B10F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DF091C0-C4F5-455F-929B-687C4F94F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D2BF-4698-4B2B-8BA9-0897F122195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6471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D2782A1-E35D-44CD-8465-8F090527A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8D236-8F39-426F-B670-E317A3A63BC8}" type="datetimeFigureOut">
              <a:rPr lang="en-GB" smtClean="0"/>
              <a:t>23/10/2025</a:t>
            </a:fld>
            <a:endParaRPr lang="en-GB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A64456C-E353-4B57-A65F-86B0C7631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855F3D8-6BC6-41E0-9346-3AFD7608F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D2BF-4698-4B2B-8BA9-0897F122195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5121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D99A7C-D8D6-4E07-9525-C90DDCC4C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0C8BCA-6069-4112-8486-B9709AB35C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C4B700A-460E-46A8-8E96-CF444B9DDD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ED8E786-5FE3-4FC5-A2BB-79767DFC6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8D236-8F39-426F-B670-E317A3A63BC8}" type="datetimeFigureOut">
              <a:rPr lang="en-GB" smtClean="0"/>
              <a:t>23/10/2025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974ABB1-F610-455C-A1A8-8B775D8E8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0C03C88-03A5-4E20-91C6-D54AE2DFE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D2BF-4698-4B2B-8BA9-0897F122195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7280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87F7DC-D5B2-4778-9CEC-D2B6BF23D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415A712-33AA-42AE-B784-9110BD3FB0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6C6A0BE-35D0-4BA1-8BFB-6200E12AD2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40BFC37-6B8C-4C2A-9A69-0AC3D4880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8D236-8F39-426F-B670-E317A3A63BC8}" type="datetimeFigureOut">
              <a:rPr lang="en-GB" smtClean="0"/>
              <a:t>23/10/2025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225E5FC-EEA0-43D8-A133-8DAAB7C0D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3467A82-B8C1-4A13-934B-BBA16475F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D2BF-4698-4B2B-8BA9-0897F122195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131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1E9C1B-72D0-41FD-AF34-CB8B9F09B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6649F18-0F10-4933-BFED-6A5FD066B0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5FCF323-841A-4E6E-BB23-9CF5FBB56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8D236-8F39-426F-B670-E317A3A63BC8}" type="datetimeFigureOut">
              <a:rPr lang="en-GB" smtClean="0"/>
              <a:t>23/10/2025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CB5E5B5-C1F7-41FC-B9BC-16B44B785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B5AF2C8-388A-45A1-8087-374CC8A14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D2BF-4698-4B2B-8BA9-0897F122195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6323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2A5280CF-018B-4BB6-A60C-7FF17C2C5A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E21613F-0AE0-49CE-9FF7-3801584EEE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1878C2A-7CAD-4E3E-B9AD-C4A4DCF36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8D236-8F39-426F-B670-E317A3A63BC8}" type="datetimeFigureOut">
              <a:rPr lang="en-GB" smtClean="0"/>
              <a:t>23/10/2025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96D78D9-C678-4678-9ADE-665F6189F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B62ED1C-92D9-4BFB-BD94-33E4681F6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D2BF-4698-4B2B-8BA9-0897F122195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9699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E9E6184-57AB-4035-AF7F-DF0FC12B4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4792AD3-6CCB-42E0-8408-D10752F77E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47EAC4A-2536-414A-B416-E1C4854F8B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48D236-8F39-426F-B670-E317A3A63BC8}" type="datetimeFigureOut">
              <a:rPr lang="en-GB" smtClean="0"/>
              <a:t>23/10/2025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D471DD9-CDC2-4FA3-B9A0-183B421998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92DCFA-BCED-4027-B382-3657E07796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A0D2BF-4698-4B2B-8BA9-0897F122195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80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8095812D-F2AA-4FCF-9985-8E8E3A7AD40C}"/>
              </a:ext>
            </a:extLst>
          </p:cNvPr>
          <p:cNvGrpSpPr/>
          <p:nvPr/>
        </p:nvGrpSpPr>
        <p:grpSpPr>
          <a:xfrm>
            <a:off x="1231057" y="0"/>
            <a:ext cx="9729886" cy="6858000"/>
            <a:chOff x="1231057" y="0"/>
            <a:chExt cx="9729886" cy="6858000"/>
          </a:xfrm>
        </p:grpSpPr>
        <p:pic>
          <p:nvPicPr>
            <p:cNvPr id="15" name="Grafik 14">
              <a:extLst>
                <a:ext uri="{FF2B5EF4-FFF2-40B4-BE49-F238E27FC236}">
                  <a16:creationId xmlns:a16="http://schemas.microsoft.com/office/drawing/2014/main" id="{3889B608-86B1-44C5-BCD6-44FCA925A6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31057" y="0"/>
              <a:ext cx="9729886" cy="6858000"/>
            </a:xfrm>
            <a:prstGeom prst="rect">
              <a:avLst/>
            </a:prstGeom>
          </p:spPr>
        </p:pic>
        <p:pic>
          <p:nvPicPr>
            <p:cNvPr id="17" name="Grafik 16">
              <a:extLst>
                <a:ext uri="{FF2B5EF4-FFF2-40B4-BE49-F238E27FC236}">
                  <a16:creationId xmlns:a16="http://schemas.microsoft.com/office/drawing/2014/main" id="{6A28A90A-7962-4C89-AC98-422F29884BD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23857" y="773722"/>
              <a:ext cx="3450359" cy="2431947"/>
            </a:xfrm>
            <a:prstGeom prst="rect">
              <a:avLst/>
            </a:prstGeom>
          </p:spPr>
        </p:pic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48C0E5B0-AC85-45B1-A96A-B0B8F3DBC05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85539" y="3016739"/>
              <a:ext cx="1179963" cy="1303334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Gerader Verbinder 19">
              <a:extLst>
                <a:ext uri="{FF2B5EF4-FFF2-40B4-BE49-F238E27FC236}">
                  <a16:creationId xmlns:a16="http://schemas.microsoft.com/office/drawing/2014/main" id="{8964B562-5978-4F4D-8843-E769082428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87812" y="3016739"/>
              <a:ext cx="625151" cy="1303334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4437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Alexander Eith</dc:creator>
  <cp:lastModifiedBy>Alexander Eith</cp:lastModifiedBy>
  <cp:revision>11</cp:revision>
  <dcterms:created xsi:type="dcterms:W3CDTF">2025-10-21T13:25:05Z</dcterms:created>
  <dcterms:modified xsi:type="dcterms:W3CDTF">2025-10-23T15:10:37Z</dcterms:modified>
</cp:coreProperties>
</file>