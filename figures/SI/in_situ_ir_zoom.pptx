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769D91-D565-4AF0-91DF-DB4D2355F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A5D1B30-D11B-42FE-ABE8-CC5BEB560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119792-86FD-4DE6-B85F-B05BCB02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CC9D-29E4-4EC8-AD02-EF0B579F75B9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9F2401-89DC-42C3-9F5D-4DCB4A1FA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F8C387-61C2-4BE7-B351-77E8BB95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0963-3EEA-4ADC-BD42-59E1D3FCCC7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090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16189A-215D-43DB-A6CD-C4B21440B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B7627B-8800-478C-BC24-6B4E06482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63602B-A0AB-467F-B652-380AECBE4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CC9D-29E4-4EC8-AD02-EF0B579F75B9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5B6F91-6B72-4187-B104-9087FEFB3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157EDA-A796-4884-976B-2111D26FA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0963-3EEA-4ADC-BD42-59E1D3FCCC7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48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1CAD3-485F-4060-A9A0-6870B6905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F32F95F-F7CF-4AAD-8E48-718B19878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D35D15-DCAD-42B2-B97C-2E1ED139D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CC9D-29E4-4EC8-AD02-EF0B579F75B9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484226-F115-4579-9241-78FFE6914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D7112E-E8D1-46AE-B045-42CBDD170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0963-3EEA-4ADC-BD42-59E1D3FCCC7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387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DD065F-A83C-4CB4-A9F6-16C27C27D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1BBDD4-13AC-4C79-8AFE-2C62C98C10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349DACB-2F2C-4A66-959C-C613AB241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0F9F28-2D8C-40E9-BE22-499F0CF61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CC9D-29E4-4EC8-AD02-EF0B579F75B9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20F5E0C-C163-4CBC-8676-EBF743437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33F1275-CF3D-4395-8038-5FB3B066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0963-3EEA-4ADC-BD42-59E1D3FCCC7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94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A03CD8-6CD7-467E-8E99-0E5AC02E7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EEA858-248D-4389-A5F8-3255CAD12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3520B6-C3BC-4F34-88A1-8F88A282C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662128A-6FD5-47A7-BC9F-419C7E14AE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7350EF2-A034-41D1-8C3D-747411B21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01810-C906-434D-B808-1AF77F706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CC9D-29E4-4EC8-AD02-EF0B579F75B9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B4711AD-F648-49EE-BA0C-F96633C42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63DFD3E-97E3-478F-A461-85AAE21C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0963-3EEA-4ADC-BD42-59E1D3FCCC7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5135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6A23F9-1266-43CC-88B4-2AFECD607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111A631-0890-4393-8687-22CDFC23A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CC9D-29E4-4EC8-AD02-EF0B579F75B9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48299A-8A79-45B9-8D98-7C5D60239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91A4B78-8E5A-4D42-9FF1-D8296D44F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0963-3EEA-4ADC-BD42-59E1D3FCCC7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65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E97144-1243-4C45-86F9-AC56E557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CC9D-29E4-4EC8-AD02-EF0B579F75B9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0471950-57AE-4BF1-9606-F287FB73F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E2405B-57FA-40EB-9F90-CEE55877C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0963-3EEA-4ADC-BD42-59E1D3FCCC7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35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B09E42-2003-4E1D-A3A2-9BD5574BB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7782CC-F12A-4709-93D4-76941964F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CE1E0AE-3C7D-488E-B0AC-0953E9188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CC66E5-1591-41D7-B362-FFDADCF90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CC9D-29E4-4EC8-AD02-EF0B579F75B9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81FECA-EC97-404D-95C5-7921BDBD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359DA5-F033-40E7-A5C6-19E67169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0963-3EEA-4ADC-BD42-59E1D3FCCC7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910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F6F960-9961-4D09-8560-63B0ACEB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2DE108F-AFF7-4236-BF92-1D0817C561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E5B1AD-A9B5-43E9-B579-D4C5C0E60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2E878E-0ED5-4CB1-A0A9-BB853DE97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CC9D-29E4-4EC8-AD02-EF0B579F75B9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A542D02-5942-4272-AE70-6ACE87B5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C79F11-C639-4815-831F-58103A50D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0963-3EEA-4ADC-BD42-59E1D3FCCC7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428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C0DF72-488C-46EE-92A1-77F0A94BC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C0309A7-BB6D-4201-85F4-C84769196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59F6F5-7E8A-4CB4-94E7-0D9D3BD67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CC9D-29E4-4EC8-AD02-EF0B579F75B9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C83EA1-6B87-4F6F-A3EF-250FA9AAA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EC564C-5B06-495D-B9AE-FF2FCC011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0963-3EEA-4ADC-BD42-59E1D3FCCC7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429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8ADC638-E86A-4422-A1D0-2D41B00899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8DE6EC9-E755-46A0-ADB5-CDAD34B0F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32DDE5-5D89-4895-A9C0-B595F7F40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CC9D-29E4-4EC8-AD02-EF0B579F75B9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49E235-66A0-40EF-BAC6-8E5DE10F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591400-B269-48D2-87FA-CAD9D04D0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0963-3EEA-4ADC-BD42-59E1D3FCCC7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444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4EC3E76-6042-4ECA-BAFB-D8E60F946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2BC18F-EB58-4468-AD31-DFBF097B9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C5C3C5-E656-45C1-88B3-CCC837141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3CC9D-29E4-4EC8-AD02-EF0B579F75B9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9B70F2-97F5-4568-BB07-076B417DC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DFA844-B668-4ADA-ADEE-32D462671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F0963-3EEA-4ADC-BD42-59E1D3FCCC7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945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80D87555-B067-42CE-A7AC-768C009B99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622"/>
          <a:stretch/>
        </p:blipFill>
        <p:spPr>
          <a:xfrm>
            <a:off x="2362196" y="768460"/>
            <a:ext cx="3073401" cy="251779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9C3E2DA-3615-4830-96DA-7B9CBCDEAC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2"/>
          <a:stretch/>
        </p:blipFill>
        <p:spPr>
          <a:xfrm>
            <a:off x="5461000" y="723899"/>
            <a:ext cx="3615267" cy="259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09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Alexander Eith</dc:creator>
  <cp:lastModifiedBy>Alexander Eith</cp:lastModifiedBy>
  <cp:revision>2</cp:revision>
  <dcterms:created xsi:type="dcterms:W3CDTF">2025-10-24T13:22:34Z</dcterms:created>
  <dcterms:modified xsi:type="dcterms:W3CDTF">2025-10-24T13:31:29Z</dcterms:modified>
</cp:coreProperties>
</file>