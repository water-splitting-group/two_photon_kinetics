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B27"/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CD87B-43AA-4DC7-A27D-03520E6AF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7290D7-B0B9-452D-9983-147B5E896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A1597-6753-4F2C-81A6-4875AE7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87092C-1B63-4247-AEE5-50689397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907A58-D234-4B9F-B894-8D3687D5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3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A8827-2681-45FE-8FD7-009FFE50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F72F8-5F47-4853-8387-1407A766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A32C25-348E-464D-AED5-06044167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A7DA0-6DA6-4BDF-A778-2EDDEB37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A379A-0B30-478A-A401-778531B3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19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1697F-B7AB-4CCB-9FD6-EE96AA33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AE5BC9-3C19-45FC-B5D9-55D9AADC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ED7C22-D8F8-4921-9C08-06C8D0F6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2EB27C-1AEA-42D4-A86D-0E22DB9C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934185-DE67-4DCA-858D-E3DC8B95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2B509-9D28-4F32-830B-168A452E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CEA550-85F9-4E4A-94E1-3B39B1173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773707-D077-4B1D-901F-244C38C4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CBB7C7-BC3E-4C6D-B33A-3D590CB3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2B716B-D05C-41A0-8488-9A7FE283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F1E641-B83B-4FE8-8312-1228963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7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EA900-357F-4E2C-9A45-5AE3AE60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86517A-459C-4752-9E5B-87D95EC29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6872B0-E60B-4F01-B34E-28697CCF7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782D21-1A71-43DE-9CC1-30EB4A568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6649352-7473-4419-AB66-2409404AA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2011BA-9FD5-4D54-BAD1-BFF471E2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06C79F2-DB9F-48CD-A817-0F1EE912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0EB4A35-9D7A-49D7-AE68-026D7D2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76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89FDC-57B3-4332-8B97-68B7EB96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63D6A-5344-4B54-B362-770DB9EC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6B89BC-B463-4DBE-AB04-63D76B10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F091C0-C4F5-455F-929B-687C4F94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47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2782A1-E35D-44CD-8465-8F090527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64456C-E353-4B57-A65F-86B0C763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5F3D8-6BC6-41E0-9346-3AFD7608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12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99A7C-D8D6-4E07-9525-C90DDCC4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0C8BCA-6069-4112-8486-B9709AB3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B700A-460E-46A8-8E96-CF444B9DD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D8E786-5FE3-4FC5-A2BB-79767DFC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74ABB1-F610-455C-A1A8-8B775D8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C03C88-03A5-4E20-91C6-D54AE2DF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7F7DC-D5B2-4778-9CEC-D2B6BF23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15A712-33AA-42AE-B784-9110BD3FB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C6A0BE-35D0-4BA1-8BFB-6200E12AD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0BFC37-6B8C-4C2A-9A69-0AC3D488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25E5FC-EEA0-43D8-A133-8DAAB7C0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467A82-B8C1-4A13-934B-BBA16475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E9C1B-72D0-41FD-AF34-CB8B9F09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649F18-0F10-4933-BFED-6A5FD066B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FCF323-841A-4E6E-BB23-9CF5FBB5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5E5B5-C1F7-41FC-B9BC-16B44B78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5AF2C8-388A-45A1-8087-374CC8A1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32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5280CF-018B-4BB6-A60C-7FF17C2C5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21613F-0AE0-49CE-9FF7-3801584EE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878C2A-7CAD-4E3E-B9AD-C4A4DCF3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D78D9-C678-4678-9ADE-665F6189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62ED1C-92D9-4BFB-BD94-33E4681F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69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9E6184-57AB-4035-AF7F-DF0FC12B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792AD3-6CCB-42E0-8408-D10752F7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7EAC4A-2536-414A-B416-E1C4854F8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D236-8F39-426F-B670-E317A3A63BC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71DD9-CDC2-4FA3-B9A0-183B42199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92DCFA-BCED-4027-B382-3657E0779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D2BF-4698-4B2B-8BA9-0897F122195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9A17CC9-919D-46E2-B908-285C4C4E5432}"/>
              </a:ext>
            </a:extLst>
          </p:cNvPr>
          <p:cNvGrpSpPr/>
          <p:nvPr/>
        </p:nvGrpSpPr>
        <p:grpSpPr>
          <a:xfrm>
            <a:off x="2421988" y="1770498"/>
            <a:ext cx="5438023" cy="2939633"/>
            <a:chOff x="2421988" y="1770498"/>
            <a:chExt cx="5438023" cy="2939633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DA520A28-3DA9-4CB4-A4ED-2E0C030627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004" b="1"/>
            <a:stretch/>
          </p:blipFill>
          <p:spPr>
            <a:xfrm>
              <a:off x="2421988" y="2142206"/>
              <a:ext cx="5438023" cy="2567925"/>
            </a:xfrm>
            <a:prstGeom prst="rect">
              <a:avLst/>
            </a:prstGeom>
          </p:spPr>
        </p:pic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9BD87049-BF58-40CD-B9EB-1A0E319C08EE}"/>
                </a:ext>
              </a:extLst>
            </p:cNvPr>
            <p:cNvGrpSpPr/>
            <p:nvPr/>
          </p:nvGrpSpPr>
          <p:grpSpPr>
            <a:xfrm>
              <a:off x="2542210" y="1770498"/>
              <a:ext cx="3530045" cy="2731495"/>
              <a:chOff x="2542210" y="1770498"/>
              <a:chExt cx="3530045" cy="2731495"/>
            </a:xfrm>
          </p:grpSpPr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80E478A-961C-47A0-9ED1-240BA1751437}"/>
                  </a:ext>
                </a:extLst>
              </p:cNvPr>
              <p:cNvSpPr txBox="1"/>
              <p:nvPr/>
            </p:nvSpPr>
            <p:spPr>
              <a:xfrm>
                <a:off x="2542210" y="4155077"/>
                <a:ext cx="7264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Na</a:t>
                </a:r>
                <a:r>
                  <a:rPr lang="de-DE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</a:t>
                </a:r>
                <a:r>
                  <a:rPr lang="de-DE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GB" sz="12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3E0429-D9B9-4484-B184-E709CBB38EDE}"/>
                  </a:ext>
                </a:extLst>
              </p:cNvPr>
              <p:cNvSpPr txBox="1"/>
              <p:nvPr/>
            </p:nvSpPr>
            <p:spPr>
              <a:xfrm>
                <a:off x="2542210" y="3110652"/>
                <a:ext cx="8290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Na</a:t>
                </a:r>
                <a:r>
                  <a:rPr lang="de-DE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de-DE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HPO</a:t>
                </a:r>
                <a:r>
                  <a:rPr lang="de-DE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GB" sz="12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C4AEAF33-380A-4A8F-BC1B-A61C2BACA2EF}"/>
                  </a:ext>
                </a:extLst>
              </p:cNvPr>
              <p:cNvSpPr/>
              <p:nvPr/>
            </p:nvSpPr>
            <p:spPr>
              <a:xfrm>
                <a:off x="3356044" y="1778248"/>
                <a:ext cx="136187" cy="2723745"/>
              </a:xfrm>
              <a:prstGeom prst="rect">
                <a:avLst/>
              </a:prstGeom>
              <a:solidFill>
                <a:srgbClr val="00549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E2F1F8C0-9850-47AF-90B7-4E80FDE53F6F}"/>
                  </a:ext>
                </a:extLst>
              </p:cNvPr>
              <p:cNvSpPr/>
              <p:nvPr/>
            </p:nvSpPr>
            <p:spPr>
              <a:xfrm>
                <a:off x="5936068" y="1770498"/>
                <a:ext cx="136187" cy="2723745"/>
              </a:xfrm>
              <a:prstGeom prst="rect">
                <a:avLst/>
              </a:prstGeom>
              <a:solidFill>
                <a:srgbClr val="57AB27">
                  <a:alpha val="2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dirty="0"/>
              </a:p>
            </p:txBody>
          </p:sp>
        </p:grp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B459DFDE-02A2-4D5F-A327-8EC6DAA64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057" y="0"/>
            <a:ext cx="9729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7</cp:revision>
  <dcterms:created xsi:type="dcterms:W3CDTF">2025-10-21T13:25:05Z</dcterms:created>
  <dcterms:modified xsi:type="dcterms:W3CDTF">2025-10-23T12:17:38Z</dcterms:modified>
</cp:coreProperties>
</file>