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9A17CC9-919D-46E2-B908-285C4C4E5432}"/>
              </a:ext>
            </a:extLst>
          </p:cNvPr>
          <p:cNvGrpSpPr/>
          <p:nvPr/>
        </p:nvGrpSpPr>
        <p:grpSpPr>
          <a:xfrm>
            <a:off x="2421988" y="1770498"/>
            <a:ext cx="5438023" cy="2939633"/>
            <a:chOff x="2421988" y="1770498"/>
            <a:chExt cx="5438023" cy="2939633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DA520A28-3DA9-4CB4-A4ED-2E0C030627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004" b="1"/>
            <a:stretch/>
          </p:blipFill>
          <p:spPr>
            <a:xfrm>
              <a:off x="2421988" y="2142206"/>
              <a:ext cx="5438023" cy="2567925"/>
            </a:xfrm>
            <a:prstGeom prst="rect">
              <a:avLst/>
            </a:prstGeom>
          </p:spPr>
        </p:pic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9BD87049-BF58-40CD-B9EB-1A0E319C08EE}"/>
                </a:ext>
              </a:extLst>
            </p:cNvPr>
            <p:cNvGrpSpPr/>
            <p:nvPr/>
          </p:nvGrpSpPr>
          <p:grpSpPr>
            <a:xfrm>
              <a:off x="2542210" y="1770498"/>
              <a:ext cx="3530045" cy="2731495"/>
              <a:chOff x="2542210" y="1770498"/>
              <a:chExt cx="3530045" cy="2731495"/>
            </a:xfrm>
          </p:grpSpPr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80E478A-961C-47A0-9ED1-240BA1751437}"/>
                  </a:ext>
                </a:extLst>
              </p:cNvPr>
              <p:cNvSpPr txBox="1"/>
              <p:nvPr/>
            </p:nvSpPr>
            <p:spPr>
              <a:xfrm>
                <a:off x="2542210" y="4155077"/>
                <a:ext cx="7264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Na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GB" sz="12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3E0429-D9B9-4484-B184-E709CBB38EDE}"/>
                  </a:ext>
                </a:extLst>
              </p:cNvPr>
              <p:cNvSpPr txBox="1"/>
              <p:nvPr/>
            </p:nvSpPr>
            <p:spPr>
              <a:xfrm>
                <a:off x="2542210" y="3110652"/>
                <a:ext cx="8290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Na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HPO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GB" sz="12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4AEAF33-380A-4A8F-BC1B-A61C2BACA2EF}"/>
                  </a:ext>
                </a:extLst>
              </p:cNvPr>
              <p:cNvSpPr/>
              <p:nvPr/>
            </p:nvSpPr>
            <p:spPr>
              <a:xfrm>
                <a:off x="3356044" y="1778248"/>
                <a:ext cx="136187" cy="2723745"/>
              </a:xfrm>
              <a:prstGeom prst="rect">
                <a:avLst/>
              </a:prstGeom>
              <a:solidFill>
                <a:srgbClr val="00549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E2F1F8C0-9850-47AF-90B7-4E80FDE53F6F}"/>
                  </a:ext>
                </a:extLst>
              </p:cNvPr>
              <p:cNvSpPr/>
              <p:nvPr/>
            </p:nvSpPr>
            <p:spPr>
              <a:xfrm>
                <a:off x="5936068" y="1770498"/>
                <a:ext cx="136187" cy="2723745"/>
              </a:xfrm>
              <a:prstGeom prst="rect">
                <a:avLst/>
              </a:prstGeom>
              <a:solidFill>
                <a:srgbClr val="57AB27">
                  <a:alpha val="2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6</cp:revision>
  <dcterms:created xsi:type="dcterms:W3CDTF">2025-10-21T13:25:05Z</dcterms:created>
  <dcterms:modified xsi:type="dcterms:W3CDTF">2025-10-22T14:52:31Z</dcterms:modified>
</cp:coreProperties>
</file>